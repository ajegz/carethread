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b1853b76d44b73" /><Relationship Type="http://schemas.openxmlformats.org/officeDocument/2006/relationships/extended-properties" Target="/docProps/app.xml" Id="Rf94ffa224c4c4753" /><Relationship Type="http://schemas.openxmlformats.org/officeDocument/2006/relationships/officeDocument" Target="/ppt/presentation.xml" Id="Ra767a606b68240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d4a52a58a34db9"/>
  </p:sldMasterIdLst>
  <p:notesMasterIdLst>
    <p:notesMasterId xmlns:r="http://schemas.openxmlformats.org/officeDocument/2006/relationships" r:id="R363e2134c52c4c52"/>
  </p:notesMasterIdLst>
  <p:sldIdLst>
    <p:sldId xmlns:r="http://schemas.openxmlformats.org/officeDocument/2006/relationships" id="256" r:id="Ra3a6ad3566be4b20"/>
    <p:sldId xmlns:r="http://schemas.openxmlformats.org/officeDocument/2006/relationships" id="257" r:id="R3699c7b48151407a"/>
    <p:sldId xmlns:r="http://schemas.openxmlformats.org/officeDocument/2006/relationships" id="258" r:id="R5a5ebbd137f24858"/>
    <p:sldId xmlns:r="http://schemas.openxmlformats.org/officeDocument/2006/relationships" id="259" r:id="R876171d1abcd43a2"/>
    <p:sldId xmlns:r="http://schemas.openxmlformats.org/officeDocument/2006/relationships" id="260" r:id="R82defb36558447ac"/>
    <p:sldId xmlns:r="http://schemas.openxmlformats.org/officeDocument/2006/relationships" id="261" r:id="Rf9192999930346b3"/>
    <p:sldId xmlns:r="http://schemas.openxmlformats.org/officeDocument/2006/relationships" id="262" r:id="R2aa9d48a97b04835"/>
    <p:sldId xmlns:r="http://schemas.openxmlformats.org/officeDocument/2006/relationships" id="263" r:id="Rfe036bb1790041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b1e592ff3241fc" /><Relationship Type="http://schemas.openxmlformats.org/officeDocument/2006/relationships/slideMaster" Target="/ppt/slideMasters/slideMaster1.xml" Id="R03d4a52a58a34db9" /><Relationship Type="http://schemas.openxmlformats.org/officeDocument/2006/relationships/notesMaster" Target="/ppt/notesMasters/notesMaster1.xml" Id="R363e2134c52c4c52" /><Relationship Type="http://schemas.openxmlformats.org/officeDocument/2006/relationships/presProps" Target="/ppt/presProps.xml" Id="R7a8218932f744df9" /><Relationship Type="http://schemas.openxmlformats.org/officeDocument/2006/relationships/tableStyles" Target="/ppt/tableStyles.xml" Id="R83d81a8cb4344ff9" /><Relationship Type="http://schemas.openxmlformats.org/officeDocument/2006/relationships/slide" Target="/ppt/slides/slide1.xml" Id="Ra3a6ad3566be4b20" /><Relationship Type="http://schemas.openxmlformats.org/officeDocument/2006/relationships/slide" Target="/ppt/slides/slide2.xml" Id="R3699c7b48151407a" /><Relationship Type="http://schemas.openxmlformats.org/officeDocument/2006/relationships/slide" Target="/ppt/slides/slide3.xml" Id="R5a5ebbd137f24858" /><Relationship Type="http://schemas.openxmlformats.org/officeDocument/2006/relationships/slide" Target="/ppt/slides/slide4.xml" Id="R876171d1abcd43a2" /><Relationship Type="http://schemas.openxmlformats.org/officeDocument/2006/relationships/slide" Target="/ppt/slides/slide5.xml" Id="R82defb36558447ac" /><Relationship Type="http://schemas.openxmlformats.org/officeDocument/2006/relationships/slide" Target="/ppt/slides/slide6.xml" Id="Rf9192999930346b3" /><Relationship Type="http://schemas.openxmlformats.org/officeDocument/2006/relationships/slide" Target="/ppt/slides/slide7.xml" Id="R2aa9d48a97b04835" /><Relationship Type="http://schemas.openxmlformats.org/officeDocument/2006/relationships/slide" Target="/ppt/slides/slide8.xml" Id="Rfe036bb1790041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a381c27d424d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b55d8d03b0498a" /><Relationship Type="http://schemas.openxmlformats.org/officeDocument/2006/relationships/notesMaster" Target="/ppt/notesMasters/notesMaster1.xml" Id="R8cd9bb96de1846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d67dc51f2d47a0" /><Relationship Type="http://schemas.openxmlformats.org/officeDocument/2006/relationships/notesMaster" Target="/ppt/notesMasters/notesMaster1.xml" Id="Rbd9d633aa0f748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0f5f1aa9dd452c" /><Relationship Type="http://schemas.openxmlformats.org/officeDocument/2006/relationships/notesMaster" Target="/ppt/notesMasters/notesMaster1.xml" Id="Rae580109479e45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443abd278548d9" /><Relationship Type="http://schemas.openxmlformats.org/officeDocument/2006/relationships/notesMaster" Target="/ppt/notesMasters/notesMaster1.xml" Id="R6e77488589424c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3813dee2be4299" /><Relationship Type="http://schemas.openxmlformats.org/officeDocument/2006/relationships/notesMaster" Target="/ppt/notesMasters/notesMaster1.xml" Id="R08b33ae7dcd94d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e7b0ca387a4f37" /><Relationship Type="http://schemas.openxmlformats.org/officeDocument/2006/relationships/notesMaster" Target="/ppt/notesMasters/notesMaster1.xml" Id="R8c69d313b4924c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c052af20cf40d9" /><Relationship Type="http://schemas.openxmlformats.org/officeDocument/2006/relationships/notesMaster" Target="/ppt/notesMasters/notesMaster1.xml" Id="Rb6a1d3f3e0ba43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55eb7b921842ac" /><Relationship Type="http://schemas.openxmlformats.org/officeDocument/2006/relationships/notesMaster" Target="/ppt/notesMasters/notesMaster1.xml" Id="R72496610bb9241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CareThread is a browser-based clinical communication simulation for the AssemblyAI hackathon. The visual style does not imply Apple sponsorship, Apple integration or a native Apple application. Synthetic data only. No clinical efficacy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fictional communication example, not a treatment recommendation. AHRQ TeamSTEPPS handoff guidance motivates retaining uncertainty, contingencies and acknowledged responsibility. It does not validate this software. Sources: https://www.ahrq.gov/teamstepps-program/curriculum/communication/tools/handoff.html and https://www.ahrq.gov/teamstepps-program/curriculum/communication/tools/checkback.html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React/Remotion illustration based on the implemented CareThread UI. It represents a synthetic handoff whose states were verified in the app. It is not a screenshot or live recording. Source statements, roles, revisions and unknown required fields remain reviewable.</a:t>
            </a:r>
          </a:p>
          <a:p xmlns:a="http://schemas.openxmlformats.org/drawingml/2006/main">
            <a:r>
              <a:t>Capture provenance: Code-rendered interface illustration, authored in React and rendered locally by Remotion. Represents the verified synthetic scenario; not a browser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distinction is implemented in the deterministic state engine. Acknowledgment is not clinical completion. The prototype records participant-reported completion and cannot independently observe physical care. Optional real accepted-state screenshot may replace the native comparison if it supports the final UI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AssemblyAI managed Voice Agent handles speech and replies with tools: []. Each final participant transcript goes through the server-side AssemblyAI LLM Gateway using qwen3.5-4b-32k-fast. The planner proposes JSON actions; deterministic validation checks sources, role, fields and revisions before application. Audio and text are processed by AssemblyAI. IndexedDB stores synthetic records in the same browser. Sources: https://www.assemblyai.com/docs/voice-agents/voice-agent-api/browser-integration and https://www.assemblyai.com/docs/llm-gateway/quickstart. Implementation sources: lib/voice-config.ts, lib/voice-tools.ts and app/api/analyze/route.ts.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Clinical educators and simulation centers are the initial customer hypothesis, not existing customers. No market-size, revenue, customer-demand or outcome claim. Usability research should measure understanding, missed issues, false alerts and added time. Clinical deployment needs work beyond this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lead reported 80 passing checks: 78 domain/API checks and two voice lifecycle regressions (late events after reset, role change during analysis). Production build passed after the visual redesign and Vercel deployment is ready. Public synthetic-fixture evidence: docs/evaluation/synthetic-voice-result.json in https://github.com/ajegz/carethread. One generated audio fixture correctly preserved a task, owner, time, condition and pending uncertainty as an unreviewed item, followed by a spoken review request. Three separate Gateway cases covered capture, confirmation and acknowledgment; a rate-limited request passed after a spaced retry. Neither the software count nor the single fixture establishes clinical reliability. No latency benchmark or success percentage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Repository: https://github.com/ajegz/carethread. Verified public application: https://carethread-six.vercel.app. No claim of diagnosis, treatment recommendation, discharge authorization, hospital integration or improved patient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19887ec5e841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89d69f13aa42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780b2c47a24c5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3b0c34f5344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fdd3464c5240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a129d9dab24c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3AA9C2-BE4A-4156-BDE8-1C0ABB2911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55DB4B3-A728-4C33-8292-67D1C120BF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7422250-BE4F-4A86-B901-FDE5F3A7D5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FC84DB-C7AD-4B6F-A53E-15B098D78F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3D9691D-9C56-45C7-840E-D39B751588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AA8187-CA4F-4EFF-A317-FEAE24C730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96B2B1-F627-4DFA-A35E-FE5AD2A8F3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48E7292-2E4E-4C5F-83C4-75E5F730F6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743710-1D6C-4CCE-8DC0-F3BF118E48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BE1DA7-EFA3-4A6D-BE86-8F29714A49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7c754b101f4041" /><Relationship Type="http://schemas.openxmlformats.org/officeDocument/2006/relationships/slideLayout" Target="/ppt/slideLayouts/slideLayout1.xml" Id="Rc7f64489979d4e83" /><Relationship Type="http://schemas.openxmlformats.org/officeDocument/2006/relationships/slideLayout" Target="/ppt/slideLayouts/slideLayout2.xml" Id="R94a3fa06ea91421b" /><Relationship Type="http://schemas.openxmlformats.org/officeDocument/2006/relationships/slideLayout" Target="/ppt/slideLayouts/slideLayout3.xml" Id="R92fc838f03664f94" /><Relationship Type="http://schemas.openxmlformats.org/officeDocument/2006/relationships/slideLayout" Target="/ppt/slideLayouts/slideLayout4.xml" Id="R6550786ced974347" /><Relationship Type="http://schemas.openxmlformats.org/officeDocument/2006/relationships/slideLayout" Target="/ppt/slideLayouts/slideLayout5.xml" Id="R3d43ac5908e94a31" /><Relationship Type="http://schemas.openxmlformats.org/officeDocument/2006/relationships/slideLayout" Target="/ppt/slideLayouts/slideLayout6.xml" Id="Rddb1c17a0c7d4d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f64489979d4e83"/>
    <p:sldLayoutId xmlns:r="http://schemas.openxmlformats.org/officeDocument/2006/relationships" id="2147483650" r:id="R94a3fa06ea91421b"/>
    <p:sldLayoutId xmlns:r="http://schemas.openxmlformats.org/officeDocument/2006/relationships" id="2147483651" r:id="R92fc838f03664f94"/>
    <p:sldLayoutId xmlns:r="http://schemas.openxmlformats.org/officeDocument/2006/relationships" id="2147483652" r:id="R6550786ced974347"/>
    <p:sldLayoutId xmlns:r="http://schemas.openxmlformats.org/officeDocument/2006/relationships" id="2147483653" r:id="R3d43ac5908e94a31"/>
    <p:sldLayoutId xmlns:r="http://schemas.openxmlformats.org/officeDocument/2006/relationships" id="2147483654" r:id="Rddb1c17a0c7d4d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55002ba4974e84" /><Relationship Type="http://schemas.openxmlformats.org/officeDocument/2006/relationships/notesSlide" Target="/ppt/notesSlides/notesSlide1.xml" Id="Ra8ff2747775b44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ded3b6bcdf4280" /><Relationship Type="http://schemas.openxmlformats.org/officeDocument/2006/relationships/notesSlide" Target="/ppt/notesSlides/notesSlide2.xml" Id="R8a611ea51e8a43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9169f71afc4ec3" /><Relationship Type="http://schemas.openxmlformats.org/officeDocument/2006/relationships/image" Target="/ppt/media/image.png" Id="R2b5f7a34c8714a04" /><Relationship Type="http://schemas.openxmlformats.org/officeDocument/2006/relationships/notesSlide" Target="/ppt/notesSlides/notesSlide3.xml" Id="R6f16d660cc904c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44c526dcb24b05" /><Relationship Type="http://schemas.openxmlformats.org/officeDocument/2006/relationships/notesSlide" Target="/ppt/notesSlides/notesSlide4.xml" Id="Ra483bbf118e14b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ba231c057a453d" /><Relationship Type="http://schemas.openxmlformats.org/officeDocument/2006/relationships/notesSlide" Target="/ppt/notesSlides/notesSlide5.xml" Id="R4bcfd371d43b41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b08af894f744e5" /><Relationship Type="http://schemas.openxmlformats.org/officeDocument/2006/relationships/notesSlide" Target="/ppt/notesSlides/notesSlide6.xml" Id="Re111e4e0cfc542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f2c258b4ea4a51" /><Relationship Type="http://schemas.openxmlformats.org/officeDocument/2006/relationships/notesSlide" Target="/ppt/notesSlides/notesSlide7.xml" Id="Rb67837ec70f341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eb10ecd6294547" /><Relationship Type="http://schemas.openxmlformats.org/officeDocument/2006/relationships/notesSlide" Target="/ppt/notesSlides/notesSlide8.xml" Id="R98bd0f740d314f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35874-B33B-4AA9-BAC4-4E258BF0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AssemblyAI Voice Agent Hackathon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E2806-AD24-4A92-8A88-3D76E795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0858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0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CareThread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FD1B4-E808-4322-B32A-6FAD87B9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Clinical handoffs with</a:t>
            </a:r>
          </a:p>
          <a:p xmlns:a="http://schemas.openxmlformats.org/drawingml/2006/main">
            <a:pPr>
              <a:defRPr sz="36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responsibility intact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CCB15-E8A3-4A71-BB15-24EBE2E5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744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Clinical communication simulation using synthetic data</a:t>
            </a:r>
          </a:p>
        </p:txBody>
      </p:sp>
    </p:spTree>
    <p:extLst>
      <p:ext uri="{BB962C8B-B14F-4D97-AF65-F5344CB8AC3E}">
        <p14:creationId xmlns:p14="http://schemas.microsoft.com/office/powerpoint/2010/main" val="12663847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BDDF3-4131-4AE2-B450-641457B5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Uncertainty can disappear in a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6AC27-23AF-486E-833A-64E92BA7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Fictional example. Clinicians determine what is correct.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B24AF-BB5C-4966-89F3-D19191E5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D8F02-D9E8-4C03-B851-1280F9E5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Sender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32713-9E30-4C84-AA59-1C576A7F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48577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The scan result is pending.</a:t>
            </a:r>
          </a:p>
          <a:p xmlns:a="http://schemas.openxmlformats.org/drawingml/2006/main">
            <a:pPr>
              <a:defRPr sz="2775" b="0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Discharge is waiting</a:t>
            </a:r>
          </a:p>
          <a:p xmlns:a="http://schemas.openxmlformats.org/drawingml/2006/main">
            <a:pPr>
              <a:defRPr sz="2775" b="0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for the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0201C-04AC-410B-9940-32E75988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Receiver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9D5AC-971D-41CA-9796-5DFA63A0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00375"/>
            <a:ext cx="5048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The scan was clear.</a:t>
            </a:r>
          </a:p>
          <a:p xmlns:a="http://schemas.openxmlformats.org/drawingml/2006/main">
            <a:pPr>
              <a:defRPr sz="2775" b="0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The patient is ready</a:t>
            </a:r>
          </a:p>
          <a:p xmlns:a="http://schemas.openxmlformats.org/drawingml/2006/main">
            <a:pPr>
              <a:defRPr sz="2775" b="0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for discharge.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69D4D-A12B-4454-BDF2-FC318610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A changed statement needs clarification.</a:t>
            </a:r>
          </a:p>
        </p:txBody>
      </p:sp>
    </p:spTree>
    <p:extLst>
      <p:ext uri="{BB962C8B-B14F-4D97-AF65-F5344CB8AC3E}">
        <p14:creationId xmlns:p14="http://schemas.microsoft.com/office/powerpoint/2010/main" val="18965210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752B0-B3DD-449F-BBBD-927558A6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A shared view of unfinished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0A89B-31C6-4ABB-ACAB-6CA3D01B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Code-rendered interface illustration · Fictional patient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F2623-8846-4D93-B876-28D1262C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21B8A-BABF-4664-841F-B34BF196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74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The task keeps its owner, timing and source statement.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f7a34c8714a04"/>
          <a:stretch xmlns:a="http://schemas.openxmlformats.org/drawingml/2006/main"/>
        </p:blipFill>
        <p:spPr>
          <a:xfrm xmlns:a="http://schemas.openxmlformats.org/drawingml/2006/main">
            <a:off x="4340225" y="2266950"/>
            <a:ext cx="5778500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01256-73DE-4E1D-9CEA-024CB708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571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Pending work.</a:t>
            </a:r>
          </a:p>
          <a:p xmlns:a="http://schemas.openxmlformats.org/drawingml/2006/main">
            <a:pPr>
              <a:defRPr sz="22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Named owner.</a:t>
            </a:r>
          </a:p>
          <a:p xmlns:a="http://schemas.openxmlformats.org/drawingml/2006/main">
            <a:pPr>
              <a:defRPr sz="22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Stated timing.</a:t>
            </a:r>
          </a:p>
          <a:p xmlns:a="http://schemas.openxmlformats.org/drawingml/2006/main">
            <a:pPr>
              <a:defRPr sz="22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Source evidence.</a:t>
            </a:r>
          </a:p>
        </p:txBody>
      </p:sp>
    </p:spTree>
    <p:extLst>
      <p:ext uri="{BB962C8B-B14F-4D97-AF65-F5344CB8AC3E}">
        <p14:creationId xmlns:p14="http://schemas.microsoft.com/office/powerpoint/2010/main" val="9399244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AADB8-83A3-4482-97C1-E9F20EA3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Acceptance and completion are separate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98FF4-5E8D-4661-8169-5A024ACC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A substantive correction clears acceptance of the earlier revision.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12F2F-DD04-40BA-8063-71FADA32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90F23-BE49-41A4-8C7C-EAC2F9FB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1057A-341B-4BF4-8C17-B027DD42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50292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725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Accepted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DB4DC-3664-4290-BE18-28E77E0E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49149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The receiver acknowledges</a:t>
            </a:r>
          </a:p>
          <a:p xmlns:a="http://schemas.openxmlformats.org/drawingml/2006/main">
            <a:pPr>
              <a:defRPr sz="2250" b="0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the current revision.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0AEDE-A96C-4490-9661-D04B9AEE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479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Clinical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7345D-6CA6-460A-BE81-8C171C43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50863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Still pending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994DF-0252-4E56-90D1-A8BE99F7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71975"/>
            <a:ext cx="5029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Completion requires a separate</a:t>
            </a:r>
          </a:p>
          <a:p xmlns:a="http://schemas.openxmlformats.org/drawingml/2006/main">
            <a:pPr>
              <a:defRPr sz="2175" b="0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participant report.</a:t>
            </a:r>
          </a:p>
        </p:txBody>
      </p:sp>
    </p:spTree>
    <p:extLst>
      <p:ext uri="{BB962C8B-B14F-4D97-AF65-F5344CB8AC3E}">
        <p14:creationId xmlns:p14="http://schemas.microsoft.com/office/powerpoint/2010/main" val="11514268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38DCF-AE18-44D6-AE5F-4BD5E8B7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AssemblyAI powers speech and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A0D79-CB52-49AC-B4D0-14B3BA32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Server-held key. Temporary voice tokens. Browser records stay on this device.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CF029-9B4E-4629-965F-3160F8FE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F7227-C49A-40AF-88FA-A74EA7AA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58C95-B502-4ABA-88A5-CCF147AB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Conversation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D0739-B0A1-43D9-8056-60894A09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3219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Voice Agent API</a:t>
            </a:r>
          </a:p>
          <a:p xmlns:a="http://schemas.openxmlformats.org/drawingml/2006/main">
            <a:pPr>
              <a:defRPr sz="18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Speech input and spoken replies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573AF-CF00-40F4-A231-16BF9E0E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7FAD8-2900-4968-8C66-B8BF744B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Proposed changes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D686E-D452-4278-8CE8-68E81275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67225"/>
            <a:ext cx="3219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LLM Gateway</a:t>
            </a:r>
          </a:p>
          <a:p xmlns:a="http://schemas.openxmlformats.org/drawingml/2006/main">
            <a:pPr>
              <a:defRPr sz="18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Structured plans from transcripts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0150F-BE64-406D-B4C3-B571555C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765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D2B59-E403-4531-8C4F-2D3A6E6C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861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Validated record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CB2E74-2C89-46FC-8019-DDFF1C50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67225"/>
            <a:ext cx="3219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Application rules</a:t>
            </a:r>
          </a:p>
          <a:p xmlns:a="http://schemas.openxmlformats.org/drawingml/2006/main">
            <a:pPr>
              <a:defRPr sz="18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Source checks and revision control</a:t>
            </a:r>
          </a:p>
        </p:txBody>
      </p:sp>
    </p:spTree>
    <p:extLst>
      <p:ext uri="{BB962C8B-B14F-4D97-AF65-F5344CB8AC3E}">
        <p14:creationId xmlns:p14="http://schemas.microsoft.com/office/powerpoint/2010/main" val="1725480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D56B5-DD4C-4A65-BBDA-020073B4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Built for handoff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15936-EE4C-4941-8CFF-6406D74B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Next step: clinician feedback and a measured usability study.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592E5-E95E-4C88-A300-377C178E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6AD6F-20EA-4E8A-A73C-A9CB8603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98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Clinical educators</a:t>
            </a:r>
          </a:p>
          <a:p xmlns:a="http://schemas.openxmlformats.org/drawingml/2006/main">
            <a:pPr>
              <a:defRPr sz="3225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and simulation centers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5AE06-6507-4712-A0C9-27DB9ECC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19400"/>
            <a:ext cx="50101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Review omissions and clarifications</a:t>
            </a:r>
          </a:p>
          <a:p xmlns:a="http://schemas.openxmlformats.org/drawingml/2006/main">
            <a:pPr>
              <a:defRPr sz="22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after a handoff exercise.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An institution subscription is</a:t>
            </a:r>
          </a:p>
          <a:p xmlns:a="http://schemas.openxmlformats.org/drawingml/2006/main">
            <a:pPr>
              <a:defRPr sz="22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a business hypothesis to test.</a:t>
            </a:r>
          </a:p>
        </p:txBody>
      </p:sp>
    </p:spTree>
    <p:extLst>
      <p:ext uri="{BB962C8B-B14F-4D97-AF65-F5344CB8AC3E}">
        <p14:creationId xmlns:p14="http://schemas.microsoft.com/office/powerpoint/2010/main" val="13442729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966D1-0236-472E-8E67-687D4C4F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What we verified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179C0-9FC6-4F0B-AB68-036CD279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Browser microphone-device behavior and clinical efficacy remain unvalidated.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E19EE-1FBC-4A36-B9B3-51FEF94B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5D377-412F-4218-AF1B-77101E21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0958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80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59758-A8D2-487C-A9F6-D9AB7084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5029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automated checks 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C9ABA-C922-4A8F-89CD-3A522699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506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State, API and lifecycle regressions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02FB7-A723-4190-A00E-770A9C3B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5048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EC895-8AF3-4FD0-9C39-F2BD0BFE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5029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synthetic spoken fixture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737F7-685D-4727-81ED-7C996563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9700"/>
            <a:ext cx="502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Speech to a validated pending task</a:t>
            </a:r>
          </a:p>
        </p:txBody>
      </p:sp>
    </p:spTree>
    <p:extLst>
      <p:ext uri="{BB962C8B-B14F-4D97-AF65-F5344CB8AC3E}">
        <p14:creationId xmlns:p14="http://schemas.microsoft.com/office/powerpoint/2010/main" val="21257961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53734-9A63-44DF-B461-5B525A51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CareThread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A31D5-503E-406E-B5CC-326F981E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Synthetic clinical communication 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90950-75CB-4E78-9D97-37E57E67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D5CCF-5642-498B-A75F-097FBDC8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1057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The next person knows</a:t>
            </a:r>
          </a:p>
          <a:p xmlns:a="http://schemas.openxmlformats.org/drawingml/2006/main">
            <a:pPr>
              <a:defRPr sz="4500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D1D1F"/>
                </a:solidFill>
                <a:latin typeface="Helvetica Neue"/>
                <a:ea typeface="Helvetica Neue"/>
                <a:cs typeface="Helvetica Neue"/>
              </a:rPr>
              <a:t>what is still unfinished.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D54DE-6666-40A9-9016-3892D880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https://carethread-six.vercel.app</a:t>
            </a:r>
          </a:p>
        </p:txBody>
      </p:sp>
    </p:spTree>
    <p:extLst>
      <p:ext uri="{BB962C8B-B14F-4D97-AF65-F5344CB8AC3E}">
        <p14:creationId xmlns:p14="http://schemas.microsoft.com/office/powerpoint/2010/main" val="14721955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2026-09-30T12:05:25.8360000Z</dcterms:created>
  <dcterms:modified xsi:type="dcterms:W3CDTF">2026-09-30T12:05:25.8360000Z</dcterms:modified>
</coreProperties>
</file>